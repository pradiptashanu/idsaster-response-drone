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Sora Light" panose="020B0604020202020204" charset="0"/>
      <p:regular r:id="rId18"/>
    </p:embeddedFont>
    <p:embeddedFont>
      <p:font typeface="Stencil" panose="040409050D0802020404" pitchFamily="82" charset="0"/>
      <p:regular r:id="rId19"/>
    </p:embeddedFont>
    <p:embeddedFont>
      <p:font typeface="Sora Semi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68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59770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Drones for Disaster Response and Recovery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6244709" y="434804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AI-Driven Solutions for Real-Time Crisis Management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4938474"/>
            <a:ext cx="7627382" cy="6934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project presents AI-enhanced drones transforming disaster management.</a:t>
            </a:r>
            <a:endParaRPr lang="en-US" sz="1700" dirty="0"/>
          </a:p>
        </p:txBody>
      </p:sp>
      <p:sp>
        <p:nvSpPr>
          <p:cNvPr id="6" name="Rectangle 5"/>
          <p:cNvSpPr/>
          <p:nvPr/>
        </p:nvSpPr>
        <p:spPr>
          <a:xfrm>
            <a:off x="12616405" y="7488820"/>
            <a:ext cx="1909823" cy="63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6412375" y="6088284"/>
            <a:ext cx="638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By: - Pradipta Shanu</a:t>
            </a:r>
          </a:p>
          <a:p>
            <a:r>
              <a:rPr lang="en-US" dirty="0" smtClean="0"/>
              <a:t>Roll No. : -60915611624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284" y="1605320"/>
            <a:ext cx="682728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Abstract and Keywords</a:t>
            </a:r>
            <a:endParaRPr lang="en-US" sz="4450" b="1" dirty="0"/>
          </a:p>
        </p:txBody>
      </p:sp>
      <p:sp>
        <p:nvSpPr>
          <p:cNvPr id="4" name="Shape 1"/>
          <p:cNvSpPr/>
          <p:nvPr/>
        </p:nvSpPr>
        <p:spPr>
          <a:xfrm>
            <a:off x="6244709" y="264294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48726" y="271736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Abstract Summary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8726" y="3203496"/>
            <a:ext cx="29743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Drones integrated with AI improve disaster response via rapid situational awareness and efficient rescue.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93774" y="264294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97791" y="271736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Technical Focus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897791" y="3203496"/>
            <a:ext cx="29743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Hybrid CNN and reinforcement learning models enhance target recognition and swarm coordination.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537031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8726" y="54447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Keywords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48726" y="5930860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Drones, Disaster Response, AI, Machine Learning, Real-Time Monitoring, Swarm Intelligence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47518"/>
            <a:ext cx="1019746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smtClean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Introduction and Literature Review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58309" y="33017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87453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Disasters are increasingly frequent, challenging traditional response methods.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762857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AI-enabled drones provide real-time data and autonomous decision-making capabilities.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7139" y="33017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Key Studies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87139" y="387453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AI-Based Human Rescue: Audio signal detection in noisy environments.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4643676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Deep Learning for Damage Assessment and Prioritization.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541281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Autonomous Climate Disaster Tracking with AI navigation.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26657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Methodology: Drone Technologies and AI Models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58309" y="379356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Drone Hardware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36637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RGB, Thermal, LiDAR, Multispectral sensors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78881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LoRaWAN, 5G, Satellite communication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21124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Advanced batteries and hybrid power systems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633680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Payloads: medical supplies, comm relays, rescue tools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379356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AI Models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7139" y="436637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CNNs, YOLO for object detection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478881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Semantic segmentation for environment mapping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7139" y="5211247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Reinforcement learning for navigation and swarm coordination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7139" y="5980390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Edge computing for on-board real-time processing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884" y="978575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Case Studies: Real-World Applications</a:t>
            </a:r>
            <a:endParaRPr lang="en-US" sz="4450" b="1" dirty="0"/>
          </a:p>
        </p:txBody>
      </p:sp>
      <p:sp>
        <p:nvSpPr>
          <p:cNvPr id="4" name="Shape 1"/>
          <p:cNvSpPr/>
          <p:nvPr/>
        </p:nvSpPr>
        <p:spPr>
          <a:xfrm>
            <a:off x="758309" y="2728913"/>
            <a:ext cx="3705463" cy="2677597"/>
          </a:xfrm>
          <a:prstGeom prst="roundRect">
            <a:avLst>
              <a:gd name="adj" fmla="val 339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2953107"/>
            <a:ext cx="325707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2015 Nepal Earthquake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3795474"/>
            <a:ext cx="325707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Drones mapped inaccessible areas, identified collapsed structures for efficient resource allocation.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347" y="2728913"/>
            <a:ext cx="3705463" cy="2677597"/>
          </a:xfrm>
          <a:prstGeom prst="roundRect">
            <a:avLst>
              <a:gd name="adj" fmla="val 339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04542" y="2953107"/>
            <a:ext cx="325707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Australian Wildfires 2019-2020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04542" y="3795474"/>
            <a:ext cx="325707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Thermal drones tracked fire spread, enabling strategic containment and damage assessment.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623084"/>
            <a:ext cx="7627382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504" y="5847278"/>
            <a:ext cx="361033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Turkish Earthquake 2023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504" y="6333411"/>
            <a:ext cx="71789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Drone swarms deployed with advanced coordination identified survivors and safe routes rapidly.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6488" y="551140"/>
            <a:ext cx="7743825" cy="131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Ethical and Policy Considerations</a:t>
            </a:r>
            <a:endParaRPr lang="en-US" sz="4100" b="1" dirty="0"/>
          </a:p>
        </p:txBody>
      </p:sp>
      <p:sp>
        <p:nvSpPr>
          <p:cNvPr id="4" name="Shape 1"/>
          <p:cNvSpPr/>
          <p:nvPr/>
        </p:nvSpPr>
        <p:spPr>
          <a:xfrm>
            <a:off x="6186488" y="2167295"/>
            <a:ext cx="450056" cy="450056"/>
          </a:xfrm>
          <a:prstGeom prst="roundRect">
            <a:avLst>
              <a:gd name="adj" fmla="val 1867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36569" y="2235994"/>
            <a:ext cx="2632234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Privacy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836569" y="2684978"/>
            <a:ext cx="709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Ensure data protection and clarify rules on consent during emergencies.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186488" y="3725108"/>
            <a:ext cx="450056" cy="450056"/>
          </a:xfrm>
          <a:prstGeom prst="roundRect">
            <a:avLst>
              <a:gd name="adj" fmla="val 1867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6569" y="3793808"/>
            <a:ext cx="2632234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Security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836569" y="4242792"/>
            <a:ext cx="709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Implement encryption and strict data storage to protect against cyber threats.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86488" y="5282922"/>
            <a:ext cx="450056" cy="450056"/>
          </a:xfrm>
          <a:prstGeom prst="roundRect">
            <a:avLst>
              <a:gd name="adj" fmla="val 1867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36569" y="5351621"/>
            <a:ext cx="2632234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Ethical AI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836569" y="5800606"/>
            <a:ext cx="709374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diverse training data; apply explainability to increase trust in AI.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86488" y="6520696"/>
            <a:ext cx="450056" cy="450056"/>
          </a:xfrm>
          <a:prstGeom prst="roundRect">
            <a:avLst>
              <a:gd name="adj" fmla="val 1867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36569" y="6589395"/>
            <a:ext cx="2632234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Regulations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836569" y="7038380"/>
            <a:ext cx="709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Compliance with airspace laws and foster international cooperation for cross-border crises.</a:t>
            </a:r>
            <a:endParaRPr lang="en-US" sz="1550" dirty="0"/>
          </a:p>
        </p:txBody>
      </p:sp>
      <p:sp>
        <p:nvSpPr>
          <p:cNvPr id="16" name="Rectangle 15"/>
          <p:cNvSpPr/>
          <p:nvPr/>
        </p:nvSpPr>
        <p:spPr>
          <a:xfrm>
            <a:off x="12627980" y="7488820"/>
            <a:ext cx="1909823" cy="63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637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808" y="3249811"/>
            <a:ext cx="13138785" cy="1401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Proposed Hybrid AI Model and Swarm Coordination</a:t>
            </a:r>
            <a:endParaRPr lang="en-US" sz="4400" b="1" dirty="0"/>
          </a:p>
        </p:txBody>
      </p:sp>
      <p:sp>
        <p:nvSpPr>
          <p:cNvPr id="4" name="Shape 1"/>
          <p:cNvSpPr/>
          <p:nvPr/>
        </p:nvSpPr>
        <p:spPr>
          <a:xfrm>
            <a:off x="745808" y="5610463"/>
            <a:ext cx="4166473" cy="213003"/>
          </a:xfrm>
          <a:prstGeom prst="roundRect">
            <a:avLst>
              <a:gd name="adj" fmla="val 4202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5808" y="6143030"/>
            <a:ext cx="2804041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Hybrid AI Model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45808" y="6621185"/>
            <a:ext cx="4166473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Combines CNN feature extraction with reinforcement learning for adaptive detection.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231844" y="5290780"/>
            <a:ext cx="4166592" cy="213003"/>
          </a:xfrm>
          <a:prstGeom prst="roundRect">
            <a:avLst>
              <a:gd name="adj" fmla="val 4202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31844" y="5823347"/>
            <a:ext cx="2804041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Swarm Algorithms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1844" y="6301502"/>
            <a:ext cx="4166592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Multi-agent learning enables cooperative area coverage and dynamic task allocation.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718000" y="4971217"/>
            <a:ext cx="4166592" cy="213003"/>
          </a:xfrm>
          <a:prstGeom prst="roundRect">
            <a:avLst>
              <a:gd name="adj" fmla="val 4202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18000" y="5503783"/>
            <a:ext cx="2954179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Simulation &amp; Testing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18000" y="5981938"/>
            <a:ext cx="4166592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Extensive virtual scenarios and field trials ensure performance and reliability.</a:t>
            </a:r>
            <a:endParaRPr lang="en-US" sz="1650" dirty="0"/>
          </a:p>
        </p:txBody>
      </p:sp>
      <p:sp>
        <p:nvSpPr>
          <p:cNvPr id="13" name="Rectangle 12"/>
          <p:cNvSpPr/>
          <p:nvPr/>
        </p:nvSpPr>
        <p:spPr>
          <a:xfrm>
            <a:off x="12627980" y="7488820"/>
            <a:ext cx="1909823" cy="63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67583"/>
            <a:ext cx="1224807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Experimental Results and Hardware Setup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58309" y="38217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39459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92% accuracy with hybrid model vs. 85% baseline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81703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25% more efficient swarm coverage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23946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20% faster response time, 15% lower energy use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38217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Hardware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439459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STM32F411 Custom Flight Controller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481703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Raspberry Pi 5 with YOLO model 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523946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OAK-D Lite Depth sensing camera</a:t>
            </a:r>
            <a:endParaRPr lang="en-US" sz="17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616405" y="7488820"/>
            <a:ext cx="1909823" cy="63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16405" y="7488820"/>
            <a:ext cx="1909823" cy="63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0"/>
          <p:cNvSpPr/>
          <p:nvPr/>
        </p:nvSpPr>
        <p:spPr>
          <a:xfrm>
            <a:off x="2511707" y="518325"/>
            <a:ext cx="13524849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450" b="1" dirty="0" smtClean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Test Setup</a:t>
            </a:r>
            <a:endParaRPr lang="en-US" sz="4450" b="1" dirty="0"/>
          </a:p>
        </p:txBody>
      </p:sp>
      <p:sp>
        <p:nvSpPr>
          <p:cNvPr id="7" name="Rectangle 6"/>
          <p:cNvSpPr/>
          <p:nvPr/>
        </p:nvSpPr>
        <p:spPr>
          <a:xfrm>
            <a:off x="12616405" y="7488820"/>
            <a:ext cx="1909823" cy="63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 descr="Install and run OAK-D Lite on Windows | DepthAi - Pysourc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216" y="4179266"/>
            <a:ext cx="4109012" cy="3333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Raspberry Pi 5 4GB RAM, SBC, Raspberry Pi5 4GB, BCM2712, Arm Cortex-A76,  4GB RAM, MicroSD, WiFi, HDMI, Power Button, All New Raspberry Pi Desktop ..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443" y="1451232"/>
            <a:ext cx="4674235" cy="3039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3068"/>
            <a:ext cx="6530340" cy="4876800"/>
          </a:xfrm>
          <a:prstGeom prst="rect">
            <a:avLst/>
          </a:prstGeom>
        </p:spPr>
      </p:pic>
      <p:grpSp>
        <p:nvGrpSpPr>
          <p:cNvPr id="20" name="Group 19"/>
          <p:cNvGrpSpPr>
            <a:grpSpLocks/>
          </p:cNvGrpSpPr>
          <p:nvPr/>
        </p:nvGrpSpPr>
        <p:grpSpPr>
          <a:xfrm>
            <a:off x="0" y="356849"/>
            <a:ext cx="6457950" cy="2996219"/>
            <a:chOff x="0" y="0"/>
            <a:chExt cx="6457950" cy="2996219"/>
          </a:xfrm>
        </p:grpSpPr>
        <p:pic>
          <p:nvPicPr>
            <p:cNvPr id="21" name="Image 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4464736" cy="2996219"/>
            </a:xfrm>
            <a:prstGeom prst="rect">
              <a:avLst/>
            </a:prstGeom>
          </p:spPr>
        </p:pic>
        <p:pic>
          <p:nvPicPr>
            <p:cNvPr id="22" name="Image 5" descr="Full throttle when barely touching throttle · Issue #4613 · iNavFlight/inav  · GitHub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3375" y="133350"/>
              <a:ext cx="2314575" cy="2152650"/>
            </a:xfrm>
            <a:prstGeom prst="rect">
              <a:avLst/>
            </a:prstGeom>
          </p:spPr>
        </p:pic>
      </p:grpSp>
      <p:pic>
        <p:nvPicPr>
          <p:cNvPr id="23" name="Image 6" descr="C:\Users\MSI-1\AppData\Local\Packages\5319275A.WhatsAppDesktop_cv1g1gvanyjgm\TempState\3621F1454CACF995530EA53652DDF8FB\WhatsApp Image 2025-02-27 at 01.21.49_430b7ee7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30340" y="5486668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920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64099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Future Improvements and Emerging Technologies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58309" y="33310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Explainable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903821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 model transparency for accountability and user trust.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81381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Federated Learning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5386626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Collaborative model training without data sharing preserves privacy.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3331012"/>
            <a:ext cx="328279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Biodegradable Drones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3903821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 environmental impact with eco-friendly materials for disposable drones.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4813816"/>
            <a:ext cx="377166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Advanced Power Systems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87139" y="5386626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Explore graphene batteries and hydrogen fuel cells for longer missions.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309" y="651867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Integration with IoT and satellite data will enable systemic crisis management.</a:t>
            </a:r>
            <a:endParaRPr lang="en-US" sz="1700" dirty="0"/>
          </a:p>
        </p:txBody>
      </p:sp>
      <p:sp>
        <p:nvSpPr>
          <p:cNvPr id="12" name="Rectangle 11"/>
          <p:cNvSpPr/>
          <p:nvPr/>
        </p:nvSpPr>
        <p:spPr>
          <a:xfrm>
            <a:off x="12616405" y="7488820"/>
            <a:ext cx="1909823" cy="63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4368" y="3402092"/>
            <a:ext cx="5701546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6600" dirty="0" smtClean="0">
                <a:solidFill>
                  <a:srgbClr val="1F1E1E"/>
                </a:solidFill>
                <a:latin typeface="Stencil" panose="040409050D0802020404" pitchFamily="82" charset="0"/>
                <a:ea typeface="Sora Semi Bold" pitchFamily="34" charset="-122"/>
                <a:cs typeface="Sora Semi Bold" pitchFamily="34" charset="-120"/>
              </a:rPr>
              <a:t>Thank You!!
</a:t>
            </a:r>
            <a:endParaRPr lang="en-US" sz="6600" dirty="0">
              <a:latin typeface="Stencil" panose="040409050D0802020404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16405" y="7488820"/>
            <a:ext cx="1909823" cy="63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2491012" y="7488820"/>
            <a:ext cx="1909823" cy="636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491</Words>
  <Application>Microsoft Office PowerPoint</Application>
  <PresentationFormat>Custom</PresentationFormat>
  <Paragraphs>85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Sora Light</vt:lpstr>
      <vt:lpstr>Arial</vt:lpstr>
      <vt:lpstr>Stencil</vt:lpstr>
      <vt:lpstr>Sora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Pradipta Shanu</cp:lastModifiedBy>
  <cp:revision>3</cp:revision>
  <dcterms:created xsi:type="dcterms:W3CDTF">2025-05-23T04:26:58Z</dcterms:created>
  <dcterms:modified xsi:type="dcterms:W3CDTF">2025-05-23T04:36:12Z</dcterms:modified>
</cp:coreProperties>
</file>